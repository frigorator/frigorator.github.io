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63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CH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CH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0E47A-898E-4078-95F7-AEC1CD2D2079}" type="datetimeFigureOut">
              <a:rPr lang="fr-CH" smtClean="0"/>
              <a:t>23.09.2025</a:t>
            </a:fld>
            <a:endParaRPr lang="fr-CH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102CE-CE11-4FEB-8ED4-84A816DF3032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445441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CH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H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0E47A-898E-4078-95F7-AEC1CD2D2079}" type="datetimeFigureOut">
              <a:rPr lang="fr-CH" smtClean="0"/>
              <a:t>23.09.2025</a:t>
            </a:fld>
            <a:endParaRPr lang="fr-CH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102CE-CE11-4FEB-8ED4-84A816DF3032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098194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CH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0E47A-898E-4078-95F7-AEC1CD2D2079}" type="datetimeFigureOut">
              <a:rPr lang="fr-CH" smtClean="0"/>
              <a:t>23.09.2025</a:t>
            </a:fld>
            <a:endParaRPr lang="fr-CH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102CE-CE11-4FEB-8ED4-84A816DF3032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948994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CH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H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H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0E47A-898E-4078-95F7-AEC1CD2D2079}" type="datetimeFigureOut">
              <a:rPr lang="fr-CH" smtClean="0"/>
              <a:t>23.09.2025</a:t>
            </a:fld>
            <a:endParaRPr lang="fr-CH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102CE-CE11-4FEB-8ED4-84A816DF3032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930988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CH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H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H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0E47A-898E-4078-95F7-AEC1CD2D2079}" type="datetimeFigureOut">
              <a:rPr lang="fr-CH" smtClean="0"/>
              <a:t>23.09.2025</a:t>
            </a:fld>
            <a:endParaRPr lang="fr-CH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102CE-CE11-4FEB-8ED4-84A816DF3032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791864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CH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0E47A-898E-4078-95F7-AEC1CD2D2079}" type="datetimeFigureOut">
              <a:rPr lang="fr-CH" smtClean="0"/>
              <a:t>23.09.2025</a:t>
            </a:fld>
            <a:endParaRPr lang="fr-CH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102CE-CE11-4FEB-8ED4-84A816DF3032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826411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0E47A-898E-4078-95F7-AEC1CD2D2079}" type="datetimeFigureOut">
              <a:rPr lang="fr-CH" smtClean="0"/>
              <a:t>23.09.2025</a:t>
            </a:fld>
            <a:endParaRPr lang="fr-CH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102CE-CE11-4FEB-8ED4-84A816DF3032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122205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CH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H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0E47A-898E-4078-95F7-AEC1CD2D2079}" type="datetimeFigureOut">
              <a:rPr lang="fr-CH" smtClean="0"/>
              <a:t>23.09.2025</a:t>
            </a:fld>
            <a:endParaRPr lang="fr-CH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102CE-CE11-4FEB-8ED4-84A816DF3032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494137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CH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H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0E47A-898E-4078-95F7-AEC1CD2D2079}" type="datetimeFigureOut">
              <a:rPr lang="fr-CH" smtClean="0"/>
              <a:t>23.09.2025</a:t>
            </a:fld>
            <a:endParaRPr lang="fr-CH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102CE-CE11-4FEB-8ED4-84A816DF3032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902985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CH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H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0E47A-898E-4078-95F7-AEC1CD2D2079}" type="datetimeFigureOut">
              <a:rPr lang="fr-CH" smtClean="0"/>
              <a:t>23.09.2025</a:t>
            </a:fld>
            <a:endParaRPr lang="fr-CH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102CE-CE11-4FEB-8ED4-84A816DF3032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584349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CH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H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0E47A-898E-4078-95F7-AEC1CD2D2079}" type="datetimeFigureOut">
              <a:rPr lang="fr-CH" smtClean="0"/>
              <a:t>23.09.2025</a:t>
            </a:fld>
            <a:endParaRPr lang="fr-CH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102CE-CE11-4FEB-8ED4-84A816DF3032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393234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CH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H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E0E47A-898E-4078-95F7-AEC1CD2D2079}" type="datetimeFigureOut">
              <a:rPr lang="fr-CH" smtClean="0"/>
              <a:t>23.09.2025</a:t>
            </a:fld>
            <a:endParaRPr lang="fr-CH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H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5102CE-CE11-4FEB-8ED4-84A816DF3032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356615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CH" sz="48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Into</a:t>
            </a:r>
            <a:r>
              <a:rPr lang="fr-CH" sz="48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CH" sz="48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Space</a:t>
            </a:r>
            <a:endParaRPr lang="fr-CH" sz="48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83897"/>
          </a:xfrm>
        </p:spPr>
        <p:txBody>
          <a:bodyPr>
            <a:normAutofit fontScale="92500" lnSpcReduction="20000"/>
          </a:bodyPr>
          <a:lstStyle/>
          <a:p>
            <a:r>
              <a:rPr lang="fr-CH" dirty="0" smtClean="0"/>
              <a:t>Il s’agit d’un petit jeu qui doit permettre de déplacer un </a:t>
            </a:r>
            <a:r>
              <a:rPr lang="fr-CH" dirty="0" smtClean="0"/>
              <a:t>vaisseau </a:t>
            </a:r>
            <a:r>
              <a:rPr lang="fr-CH" dirty="0" smtClean="0"/>
              <a:t>sur l’écran avec le capteur d’orientation et </a:t>
            </a:r>
            <a:r>
              <a:rPr lang="fr-CH" dirty="0" smtClean="0"/>
              <a:t>d'éviter des </a:t>
            </a:r>
            <a:r>
              <a:rPr lang="fr-CH" dirty="0" err="1" smtClean="0"/>
              <a:t>astéroids</a:t>
            </a:r>
            <a:endParaRPr lang="fr-CH" dirty="0" smtClean="0"/>
          </a:p>
          <a:p>
            <a:r>
              <a:rPr lang="fr-CH" dirty="0" smtClean="0"/>
              <a:t>On déplace le </a:t>
            </a:r>
            <a:r>
              <a:rPr lang="fr-CH" dirty="0" smtClean="0"/>
              <a:t>vaisseau </a:t>
            </a:r>
            <a:r>
              <a:rPr lang="fr-CH" dirty="0" smtClean="0"/>
              <a:t>en changeant sa position top et </a:t>
            </a:r>
            <a:r>
              <a:rPr lang="fr-CH" dirty="0" err="1" smtClean="0"/>
              <a:t>left</a:t>
            </a:r>
            <a:r>
              <a:rPr lang="fr-CH" dirty="0" smtClean="0"/>
              <a:t> grâce aux axes beta et gamma que l’on obtient du capteur</a:t>
            </a:r>
          </a:p>
          <a:p>
            <a:r>
              <a:rPr lang="fr-CH" dirty="0" smtClean="0"/>
              <a:t>Il est possible de fixer l’orientation du </a:t>
            </a:r>
            <a:r>
              <a:rPr lang="fr-CH" dirty="0" smtClean="0"/>
              <a:t>téléphone à </a:t>
            </a:r>
            <a:r>
              <a:rPr lang="fr-CH" dirty="0" err="1" smtClean="0"/>
              <a:t>landscape</a:t>
            </a:r>
            <a:r>
              <a:rPr lang="fr-CH" dirty="0" smtClean="0"/>
              <a:t> dans le config.xml</a:t>
            </a:r>
            <a:endParaRPr lang="fr-CH" dirty="0" smtClean="0"/>
          </a:p>
          <a:p>
            <a:r>
              <a:rPr lang="fr-CH" dirty="0" smtClean="0"/>
              <a:t>Lorsque le </a:t>
            </a:r>
            <a:r>
              <a:rPr lang="fr-CH" dirty="0" smtClean="0"/>
              <a:t>vaisseau </a:t>
            </a:r>
            <a:r>
              <a:rPr lang="fr-CH" dirty="0" smtClean="0"/>
              <a:t>touche </a:t>
            </a:r>
            <a:r>
              <a:rPr lang="fr-CH" dirty="0" smtClean="0"/>
              <a:t>un </a:t>
            </a:r>
            <a:r>
              <a:rPr lang="fr-CH" dirty="0" err="1" smtClean="0"/>
              <a:t>asteroid</a:t>
            </a:r>
            <a:r>
              <a:rPr lang="fr-CH" dirty="0" smtClean="0"/>
              <a:t>, </a:t>
            </a:r>
            <a:r>
              <a:rPr lang="fr-CH" dirty="0" smtClean="0"/>
              <a:t>il explose et la page est rechargée au bout de 1200ms, vous pouvez utiliser la fonction de collision donnée avec cet exercice qui check si deux balises HTML sont en collision</a:t>
            </a:r>
            <a:endParaRPr lang="fr-CH" dirty="0" smtClean="0"/>
          </a:p>
          <a:p>
            <a:r>
              <a:rPr lang="fr-CH" dirty="0" smtClean="0"/>
              <a:t>Vous </a:t>
            </a:r>
            <a:r>
              <a:rPr lang="fr-CH" dirty="0" smtClean="0"/>
              <a:t>devez </a:t>
            </a:r>
            <a:r>
              <a:rPr lang="fr-CH" dirty="0" smtClean="0"/>
              <a:t>utiliser un </a:t>
            </a:r>
            <a:r>
              <a:rPr lang="fr-CH" dirty="0" err="1" smtClean="0"/>
              <a:t>timer</a:t>
            </a:r>
            <a:r>
              <a:rPr lang="fr-CH" dirty="0" smtClean="0"/>
              <a:t> avec </a:t>
            </a:r>
            <a:r>
              <a:rPr lang="fr-CH" dirty="0" err="1" smtClean="0"/>
              <a:t>setInterval</a:t>
            </a:r>
            <a:r>
              <a:rPr lang="fr-CH" dirty="0" smtClean="0"/>
              <a:t> pour faire des mouvements </a:t>
            </a:r>
            <a:r>
              <a:rPr lang="fr-CH" dirty="0" smtClean="0"/>
              <a:t>fluides</a:t>
            </a:r>
          </a:p>
          <a:p>
            <a:r>
              <a:rPr lang="fr-CH" dirty="0" smtClean="0"/>
              <a:t>L'image a afficher lors d'une explosion est explosion.gif fournie avec</a:t>
            </a:r>
          </a:p>
          <a:p>
            <a:r>
              <a:rPr lang="fr-CH" dirty="0" smtClean="0"/>
              <a:t>Accessoirement vous pouve</a:t>
            </a:r>
            <a:r>
              <a:rPr lang="fr-CH" dirty="0" smtClean="0"/>
              <a:t>z ajouter des effets ou un score</a:t>
            </a:r>
            <a:endParaRPr lang="fr-CH" dirty="0" smtClean="0"/>
          </a:p>
        </p:txBody>
      </p:sp>
    </p:spTree>
    <p:extLst>
      <p:ext uri="{BB962C8B-B14F-4D97-AF65-F5344CB8AC3E}">
        <p14:creationId xmlns:p14="http://schemas.microsoft.com/office/powerpoint/2010/main" val="31833111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805" y="1241052"/>
            <a:ext cx="9020175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2154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129</Words>
  <Application>Microsoft Office PowerPoint</Application>
  <PresentationFormat>Grand écran</PresentationFormat>
  <Paragraphs>8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Thème Office</vt:lpstr>
      <vt:lpstr>Into Space</vt:lpstr>
      <vt:lpstr>Présentation PowerPoint</vt:lpstr>
    </vt:vector>
  </TitlesOfParts>
  <Company>CFPT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Chasse au trésor</dc:title>
  <dc:creator>Administrateur</dc:creator>
  <cp:lastModifiedBy>Administrateur</cp:lastModifiedBy>
  <cp:revision>17</cp:revision>
  <dcterms:created xsi:type="dcterms:W3CDTF">2023-09-11T11:33:04Z</dcterms:created>
  <dcterms:modified xsi:type="dcterms:W3CDTF">2025-09-23T13:32:34Z</dcterms:modified>
</cp:coreProperties>
</file>